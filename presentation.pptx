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D7BCF5-A856-42CA-9D08-9B3AA9A8D8C3}" v="242" dt="2026-10-06T10:48:58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 err="1">
                <a:latin typeface="Book Antiqua"/>
                <a:cs typeface="Times New Roman"/>
              </a:rPr>
              <a:t>Використання</a:t>
            </a:r>
            <a:r>
              <a:rPr lang="ru-RU" sz="4800" dirty="0">
                <a:latin typeface="Book Antiqua"/>
                <a:cs typeface="Times New Roman"/>
              </a:rPr>
              <a:t> </a:t>
            </a:r>
            <a:r>
              <a:rPr lang="ru-RU" sz="4800" dirty="0" err="1">
                <a:latin typeface="Book Antiqua"/>
                <a:cs typeface="Times New Roman"/>
              </a:rPr>
              <a:t>інтернету</a:t>
            </a:r>
            <a:r>
              <a:rPr lang="ru-RU" sz="4800" dirty="0">
                <a:latin typeface="Book Antiqua"/>
                <a:cs typeface="Times New Roman"/>
              </a:rPr>
              <a:t> в </a:t>
            </a:r>
            <a:r>
              <a:rPr lang="ru-RU" sz="4800" dirty="0" err="1">
                <a:latin typeface="Book Antiqua"/>
                <a:cs typeface="Times New Roman"/>
              </a:rPr>
              <a:t>моєму</a:t>
            </a:r>
            <a:r>
              <a:rPr lang="ru-RU" sz="4800" dirty="0">
                <a:latin typeface="Book Antiqua"/>
                <a:cs typeface="Times New Roman"/>
              </a:rPr>
              <a:t> </a:t>
            </a:r>
            <a:r>
              <a:rPr lang="ru-RU" sz="4800" dirty="0" err="1">
                <a:latin typeface="Book Antiqua"/>
                <a:cs typeface="Times New Roman"/>
              </a:rPr>
              <a:t>колі</a:t>
            </a:r>
            <a:r>
              <a:rPr lang="ru-RU" sz="4800" dirty="0">
                <a:latin typeface="Book Antiqua"/>
                <a:cs typeface="Times New Roman"/>
              </a:rPr>
              <a:t> </a:t>
            </a:r>
            <a:r>
              <a:rPr lang="ru-RU" sz="4800" dirty="0" err="1">
                <a:latin typeface="Book Antiqua"/>
                <a:cs typeface="Times New Roman"/>
              </a:rPr>
              <a:t>спілкування</a:t>
            </a:r>
            <a:endParaRPr lang="ru-RU" sz="4800">
              <a:latin typeface="Book Antiqua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>
                <a:latin typeface="Book Antiqua"/>
                <a:ea typeface="Batang"/>
                <a:cs typeface="Browallia New"/>
              </a:rPr>
              <a:t>Виконав</a:t>
            </a:r>
            <a:r>
              <a:rPr lang="ru-RU" dirty="0">
                <a:latin typeface="Book Antiqua"/>
                <a:ea typeface="Batang"/>
                <a:cs typeface="Browallia New"/>
              </a:rPr>
              <a:t>: </a:t>
            </a:r>
            <a:r>
              <a:rPr lang="ru-RU" dirty="0" err="1">
                <a:latin typeface="Book Antiqua"/>
                <a:ea typeface="Batang"/>
                <a:cs typeface="Browallia New"/>
              </a:rPr>
              <a:t>Сівак</a:t>
            </a:r>
            <a:r>
              <a:rPr lang="ru-RU" dirty="0">
                <a:latin typeface="Book Antiqua"/>
                <a:ea typeface="Batang"/>
                <a:cs typeface="Browallia New"/>
              </a:rPr>
              <a:t> </a:t>
            </a:r>
            <a:r>
              <a:rPr lang="ru-RU" dirty="0" err="1">
                <a:latin typeface="Book Antiqua"/>
                <a:ea typeface="Batang"/>
                <a:cs typeface="Browallia New"/>
              </a:rPr>
              <a:t>Трофім</a:t>
            </a:r>
            <a:r>
              <a:rPr lang="ru-RU" dirty="0">
                <a:latin typeface="Book Antiqua"/>
                <a:ea typeface="Batang"/>
                <a:cs typeface="Browallia New"/>
              </a:rPr>
              <a:t>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57617-405C-FCD8-116E-772D22C6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 я </a:t>
            </a:r>
            <a:r>
              <a:rPr lang="ru-RU" dirty="0" err="1"/>
              <a:t>використовую</a:t>
            </a:r>
            <a:r>
              <a:rPr lang="ru-RU" dirty="0"/>
              <a:t> </a:t>
            </a:r>
            <a:r>
              <a:rPr lang="ru-RU" dirty="0" err="1"/>
              <a:t>інтернет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72B95-9D64-AA98-2CF3-DBCCB14C3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Я </a:t>
            </a:r>
            <a:r>
              <a:rPr lang="ru-RU" dirty="0" err="1"/>
              <a:t>полюбляю</a:t>
            </a:r>
            <a:r>
              <a:rPr lang="ru-RU" dirty="0"/>
              <a:t> </a:t>
            </a:r>
            <a:r>
              <a:rPr lang="ru-RU" dirty="0" err="1"/>
              <a:t>слухати</a:t>
            </a:r>
            <a:r>
              <a:rPr lang="ru-RU" dirty="0"/>
              <a:t> </a:t>
            </a:r>
            <a:r>
              <a:rPr lang="ru-RU" dirty="0" err="1"/>
              <a:t>музику</a:t>
            </a:r>
            <a:r>
              <a:rPr lang="ru-RU" dirty="0"/>
              <a:t>. В основному </a:t>
            </a:r>
            <a:r>
              <a:rPr lang="ru-RU" dirty="0" err="1"/>
              <a:t>ремікси</a:t>
            </a:r>
            <a:r>
              <a:rPr lang="ru-RU" dirty="0"/>
              <a:t>.</a:t>
            </a:r>
          </a:p>
          <a:p>
            <a:r>
              <a:rPr lang="ru-RU" dirty="0"/>
              <a:t>Також я дивлюсь </a:t>
            </a:r>
            <a:r>
              <a:rPr lang="ru-RU" dirty="0" err="1"/>
              <a:t>цікаві</a:t>
            </a:r>
            <a:r>
              <a:rPr lang="ru-RU" dirty="0"/>
              <a:t> </a:t>
            </a:r>
            <a:r>
              <a:rPr lang="ru-RU" dirty="0" err="1"/>
              <a:t>відео</a:t>
            </a:r>
            <a:r>
              <a:rPr lang="ru-RU" dirty="0"/>
              <a:t> на </a:t>
            </a:r>
            <a:r>
              <a:rPr lang="ru-RU" dirty="0" err="1"/>
              <a:t>youtube</a:t>
            </a:r>
          </a:p>
        </p:txBody>
      </p:sp>
      <p:pic>
        <p:nvPicPr>
          <p:cNvPr id="4" name="burmolda">
            <a:hlinkClick r:id="" action="ppaction://media"/>
            <a:extLst>
              <a:ext uri="{FF2B5EF4-FFF2-40B4-BE49-F238E27FC236}">
                <a16:creationId xmlns:a16="http://schemas.microsoft.com/office/drawing/2014/main" id="{6E752752-830B-7953-6FBC-6FA7453D11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0677" y="3189479"/>
            <a:ext cx="3066491" cy="3091612"/>
          </a:xfrm>
          <a:prstGeom prst="rect">
            <a:avLst/>
          </a:prstGeom>
        </p:spPr>
      </p:pic>
      <p:pic>
        <p:nvPicPr>
          <p:cNvPr id="5" name="Рисунок 4" descr="YouTube | YouTube Wiki | Fandom">
            <a:extLst>
              <a:ext uri="{FF2B5EF4-FFF2-40B4-BE49-F238E27FC236}">
                <a16:creationId xmlns:a16="http://schemas.microsoft.com/office/drawing/2014/main" id="{7E2B12CA-A8C2-AD4B-2871-0F0C67C77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969" y="2602471"/>
            <a:ext cx="3233162" cy="166143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ED44AD-2122-B38B-6819-575732D75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189" y="4104176"/>
            <a:ext cx="64865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07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C4A9CE-C0E8-6248-CA51-6C8262FE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 </a:t>
            </a:r>
            <a:r>
              <a:rPr lang="ru-RU" dirty="0" err="1"/>
              <a:t>користується</a:t>
            </a:r>
            <a:r>
              <a:rPr lang="ru-RU" dirty="0"/>
              <a:t> </a:t>
            </a:r>
            <a:r>
              <a:rPr lang="ru-RU" dirty="0" err="1"/>
              <a:t>мій</a:t>
            </a:r>
            <a:r>
              <a:rPr lang="ru-RU" dirty="0"/>
              <a:t> молодший брат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D4B3F-C16F-5F34-7031-3191438C5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/>
              <a:t>Він</a:t>
            </a:r>
            <a:r>
              <a:rPr lang="ru-RU" dirty="0"/>
              <a:t> дивиться </a:t>
            </a:r>
            <a:r>
              <a:rPr lang="ru-RU" dirty="0" err="1"/>
              <a:t>youtube</a:t>
            </a:r>
            <a:r>
              <a:rPr lang="ru-RU" dirty="0"/>
              <a:t> </a:t>
            </a:r>
            <a:r>
              <a:rPr lang="ru-RU" dirty="0" err="1"/>
              <a:t>shorts</a:t>
            </a:r>
            <a:r>
              <a:rPr lang="ru-RU" dirty="0"/>
              <a:t> на </a:t>
            </a:r>
            <a:r>
              <a:rPr lang="ru-RU" dirty="0" err="1"/>
              <a:t>телевізорі</a:t>
            </a:r>
          </a:p>
        </p:txBody>
      </p:sp>
      <p:pic>
        <p:nvPicPr>
          <p:cNvPr id="4" name="Рисунок 3" descr="ПРОЛИСТАЛ ТЫСЯЧУ Shorts ! ДОШЕЛ ДО КОНЦА ЮТУБ ШОРТСОВ! **Я В ШОКЕ** ОБЗОР">
            <a:extLst>
              <a:ext uri="{FF2B5EF4-FFF2-40B4-BE49-F238E27FC236}">
                <a16:creationId xmlns:a16="http://schemas.microsoft.com/office/drawing/2014/main" id="{2966A890-2695-0B08-B9C5-75A0FFED3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78" y="2376383"/>
            <a:ext cx="8525293" cy="448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35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C9914-213C-5375-12B4-DEBBD467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 </a:t>
            </a:r>
            <a:r>
              <a:rPr lang="ru-RU" dirty="0" err="1"/>
              <a:t>користується</a:t>
            </a:r>
            <a:r>
              <a:rPr lang="ru-RU" dirty="0"/>
              <a:t> </a:t>
            </a:r>
            <a:r>
              <a:rPr lang="ru-RU" dirty="0" err="1"/>
              <a:t>мій</a:t>
            </a:r>
            <a:r>
              <a:rPr lang="ru-RU" dirty="0"/>
              <a:t> </a:t>
            </a:r>
            <a:r>
              <a:rPr lang="ru-RU" dirty="0" err="1"/>
              <a:t>хом'як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C5584-05DF-B058-F6D0-148EF21B5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 err="1"/>
              <a:t>Він</a:t>
            </a:r>
            <a:r>
              <a:rPr lang="ru-RU" dirty="0"/>
              <a:t> не </a:t>
            </a:r>
            <a:r>
              <a:rPr lang="ru-RU" dirty="0" err="1"/>
              <a:t>користується</a:t>
            </a:r>
            <a:r>
              <a:rPr lang="ru-RU" dirty="0"/>
              <a:t> </a:t>
            </a:r>
            <a:r>
              <a:rPr lang="ru-RU" dirty="0" err="1"/>
              <a:t>інтернетом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626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0">
        <p:comb/>
      </p:transition>
    </mc:Choice>
    <mc:Fallback>
      <p:transition spd="slow">
        <p:comb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Використання інтернету в моєму колі спілкування</vt:lpstr>
      <vt:lpstr>Як я використовую інтернет</vt:lpstr>
      <vt:lpstr>Як користується мій молодший брат</vt:lpstr>
      <vt:lpstr>Як користується мій хом'як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70</cp:revision>
  <dcterms:created xsi:type="dcterms:W3CDTF">2026-10-06T10:30:50Z</dcterms:created>
  <dcterms:modified xsi:type="dcterms:W3CDTF">2026-10-06T10:57:10Z</dcterms:modified>
</cp:coreProperties>
</file>